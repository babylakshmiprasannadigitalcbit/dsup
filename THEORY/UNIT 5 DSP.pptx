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01734bfb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01734bfb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1734bfb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1734bfb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1734bfb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1734bfb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1734bfb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1734bfb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1734bfb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01734bfb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1734bfbd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01734bfbd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01734bfbd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01734bfb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01734bfb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01734bfb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60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we store a graph in Python </a:t>
            </a:r>
            <a:endParaRPr sz="3000"/>
          </a:p>
        </p:txBody>
      </p:sp>
      <p:sp>
        <p:nvSpPr>
          <p:cNvPr id="55" name="Google Shape;55;p13"/>
          <p:cNvSpPr txBox="1"/>
          <p:nvPr/>
        </p:nvSpPr>
        <p:spPr>
          <a:xfrm>
            <a:off x="304675" y="967750"/>
            <a:ext cx="3000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graph = {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'A': ['B'],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'B': ['A', 'C', 'D'],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'C': ['B'],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'D': ['B']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}</a:t>
            </a:r>
            <a:endParaRPr sz="2400"/>
          </a:p>
        </p:txBody>
      </p:sp>
      <p:sp>
        <p:nvSpPr>
          <p:cNvPr id="56" name="Google Shape;56;p13"/>
          <p:cNvSpPr txBox="1"/>
          <p:nvPr/>
        </p:nvSpPr>
        <p:spPr>
          <a:xfrm>
            <a:off x="4372875" y="1460350"/>
            <a:ext cx="4952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Types of Graphs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1. Undirected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— B (both ways)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2. Directed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→ B (one way only)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48090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is a Tree?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 tree is a special graph: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No cycles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Connected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Looks like hierarchy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Topological Sort</a:t>
            </a:r>
            <a:endParaRPr sz="2500"/>
          </a:p>
        </p:txBody>
      </p:sp>
      <p:sp>
        <p:nvSpPr>
          <p:cNvPr id="67" name="Google Shape;67;p15"/>
          <p:cNvSpPr txBox="1"/>
          <p:nvPr/>
        </p:nvSpPr>
        <p:spPr>
          <a:xfrm>
            <a:off x="0" y="770625"/>
            <a:ext cx="70491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Only for directed graphs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Used when there are dependencies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Rule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Pick nodes with no incoming edges.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 node can be taken only if no one is pointing to it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This is called in-degree = 0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Kahn’s Algorithm</a:t>
            </a:r>
            <a:endParaRPr sz="2500"/>
          </a:p>
        </p:txBody>
      </p:sp>
      <p:sp>
        <p:nvSpPr>
          <p:cNvPr id="73" name="Google Shape;73;p16"/>
          <p:cNvSpPr txBox="1"/>
          <p:nvPr/>
        </p:nvSpPr>
        <p:spPr>
          <a:xfrm>
            <a:off x="0" y="770625"/>
            <a:ext cx="7049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 → C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 → C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 → D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Step 1: Count in-degrees</a:t>
            </a:r>
            <a:endParaRPr sz="22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7100" y="457950"/>
            <a:ext cx="6839826" cy="35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Kahn’s Algorithm</a:t>
            </a:r>
            <a:endParaRPr sz="2500"/>
          </a:p>
        </p:txBody>
      </p:sp>
      <p:sp>
        <p:nvSpPr>
          <p:cNvPr id="80" name="Google Shape;80;p17"/>
          <p:cNvSpPr txBox="1"/>
          <p:nvPr/>
        </p:nvSpPr>
        <p:spPr>
          <a:xfrm>
            <a:off x="0" y="770625"/>
            <a:ext cx="7049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Step 2: Take nodes with in-degree = 0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Take A, B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Output:  A, B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Step 3: Remove their edges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 loses 2 incoming edges → becomes 0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Kahn’s Algorithm</a:t>
            </a:r>
            <a:endParaRPr sz="2500"/>
          </a:p>
        </p:txBody>
      </p:sp>
      <p:sp>
        <p:nvSpPr>
          <p:cNvPr id="86" name="Google Shape;86;p18"/>
          <p:cNvSpPr txBox="1"/>
          <p:nvPr/>
        </p:nvSpPr>
        <p:spPr>
          <a:xfrm>
            <a:off x="0" y="770625"/>
            <a:ext cx="7049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Step 4: Take C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Output:A, B, C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Step 5: Remove C → D becomes 0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Take D: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Final: A, B, C, D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sp>
        <p:nvSpPr>
          <p:cNvPr id="87" name="Google Shape;87;p18"/>
          <p:cNvSpPr txBox="1"/>
          <p:nvPr/>
        </p:nvSpPr>
        <p:spPr>
          <a:xfrm>
            <a:off x="3337950" y="2928300"/>
            <a:ext cx="5527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 are not rebuilding a new graph, we are just: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Removing processed nodes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Deleting their outgoing edges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</a:t>
            </a:r>
            <a:r>
              <a:rPr lang="en" sz="2500"/>
              <a:t>ahn’s Algorithm</a:t>
            </a:r>
            <a:endParaRPr sz="2500"/>
          </a:p>
        </p:txBody>
      </p:sp>
      <p:sp>
        <p:nvSpPr>
          <p:cNvPr id="93" name="Google Shape;93;p19"/>
          <p:cNvSpPr txBox="1"/>
          <p:nvPr/>
        </p:nvSpPr>
        <p:spPr>
          <a:xfrm>
            <a:off x="0" y="470350"/>
            <a:ext cx="6893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from collections import deque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def topo_sort(graph):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indegree = {node: 0 for node in graph}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# Step 1: count indegrees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for node in graph: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for neighbor in graph[node]: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indegree[neighbor] +=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# Step 2: queue nodes with 0 indegree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queue = deque([n for n in indegree if indegree[n] == 0])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result = []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Kahn’s Algorithm</a:t>
            </a:r>
            <a:endParaRPr sz="2500"/>
          </a:p>
        </p:txBody>
      </p:sp>
      <p:sp>
        <p:nvSpPr>
          <p:cNvPr id="99" name="Google Shape;99;p20"/>
          <p:cNvSpPr txBox="1"/>
          <p:nvPr/>
        </p:nvSpPr>
        <p:spPr>
          <a:xfrm>
            <a:off x="0" y="470350"/>
            <a:ext cx="6893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 Step 3: process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while queue: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node = queue.popleft()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result.append(node)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for neighbor in graph[node]: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indegree[neighbor] -=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if indegree[neighbor] == 0: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           queue.append(neighbor)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return result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0" name="Google Shape;100;p20"/>
          <p:cNvSpPr txBox="1"/>
          <p:nvPr/>
        </p:nvSpPr>
        <p:spPr>
          <a:xfrm>
            <a:off x="4673150" y="394475"/>
            <a:ext cx="30000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#Driver Code: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graph = {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'A': ['C'],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'B': ['C'],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'C': ['D'],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'D': []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}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print(topo_sort(graph))</a:t>
            </a:r>
            <a:endParaRPr sz="1700"/>
          </a:p>
        </p:txBody>
      </p:sp>
      <p:sp>
        <p:nvSpPr>
          <p:cNvPr id="101" name="Google Shape;101;p20"/>
          <p:cNvSpPr txBox="1"/>
          <p:nvPr/>
        </p:nvSpPr>
        <p:spPr>
          <a:xfrm>
            <a:off x="4673150" y="3322800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Output: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['A', 'B', 'C', 'D']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0" y="0"/>
            <a:ext cx="480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Applications</a:t>
            </a:r>
            <a:endParaRPr sz="2500"/>
          </a:p>
        </p:txBody>
      </p:sp>
      <p:sp>
        <p:nvSpPr>
          <p:cNvPr id="107" name="Google Shape;107;p21"/>
          <p:cNvSpPr txBox="1"/>
          <p:nvPr/>
        </p:nvSpPr>
        <p:spPr>
          <a:xfrm>
            <a:off x="0" y="770625"/>
            <a:ext cx="70491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(a) Course Planning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You must complete Data Structures before Algorithms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You must complete Math before Machine Learning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Topological sort gives a valid study order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(b) Package Installation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Install library A before B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Install B before C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